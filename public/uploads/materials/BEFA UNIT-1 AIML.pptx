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113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s/slide120.xml" ContentType="application/vnd.openxmlformats-officedocument.presentationml.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97.xml" ContentType="application/vnd.openxmlformats-officedocument.presentationml.slide+xml"/>
  <Override PartName="/ppt/slides/slide107.xml" ContentType="application/vnd.openxmlformats-officedocument.presentationml.slide+xml"/>
  <Override PartName="/ppt/slides/slide116.xml" ContentType="application/vnd.openxmlformats-officedocument.presentationml.slide+xml"/>
  <Override PartName="/ppt/slides/slide125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05.xml" ContentType="application/vnd.openxmlformats-officedocument.presentationml.slide+xml"/>
  <Override PartName="/ppt/slides/slide114.xml" ContentType="application/vnd.openxmlformats-officedocument.presentationml.slide+xml"/>
  <Override PartName="/ppt/slides/slide123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s/slide119.xml" ContentType="application/vnd.openxmlformats-officedocument.presentationml.slide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117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slides/slide115.xml" ContentType="application/vnd.openxmlformats-officedocument.presentationml.slide+xml"/>
  <Override PartName="/ppt/slides/slide124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9" r:id="rId36"/>
    <p:sldId id="351" r:id="rId37"/>
    <p:sldId id="352" r:id="rId38"/>
    <p:sldId id="353" r:id="rId39"/>
    <p:sldId id="354" r:id="rId40"/>
    <p:sldId id="355" r:id="rId41"/>
    <p:sldId id="356" r:id="rId42"/>
    <p:sldId id="357" r:id="rId43"/>
    <p:sldId id="358" r:id="rId44"/>
    <p:sldId id="359" r:id="rId45"/>
    <p:sldId id="360" r:id="rId46"/>
    <p:sldId id="361" r:id="rId47"/>
    <p:sldId id="362" r:id="rId48"/>
    <p:sldId id="363" r:id="rId49"/>
    <p:sldId id="364" r:id="rId50"/>
    <p:sldId id="365" r:id="rId51"/>
    <p:sldId id="303" r:id="rId52"/>
    <p:sldId id="304" r:id="rId53"/>
    <p:sldId id="305" r:id="rId54"/>
    <p:sldId id="306" r:id="rId55"/>
    <p:sldId id="307" r:id="rId56"/>
    <p:sldId id="308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1" r:id="rId66"/>
    <p:sldId id="322" r:id="rId67"/>
    <p:sldId id="323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4" r:id="rId87"/>
    <p:sldId id="345" r:id="rId88"/>
    <p:sldId id="346" r:id="rId89"/>
    <p:sldId id="347" r:id="rId90"/>
    <p:sldId id="348" r:id="rId91"/>
    <p:sldId id="349" r:id="rId92"/>
    <p:sldId id="367" r:id="rId93"/>
    <p:sldId id="368" r:id="rId94"/>
    <p:sldId id="369" r:id="rId95"/>
    <p:sldId id="370" r:id="rId96"/>
    <p:sldId id="371" r:id="rId97"/>
    <p:sldId id="372" r:id="rId98"/>
    <p:sldId id="373" r:id="rId99"/>
    <p:sldId id="374" r:id="rId100"/>
    <p:sldId id="375" r:id="rId101"/>
    <p:sldId id="376" r:id="rId102"/>
    <p:sldId id="377" r:id="rId103"/>
    <p:sldId id="378" r:id="rId104"/>
    <p:sldId id="379" r:id="rId105"/>
    <p:sldId id="380" r:id="rId106"/>
    <p:sldId id="381" r:id="rId107"/>
    <p:sldId id="382" r:id="rId108"/>
    <p:sldId id="383" r:id="rId109"/>
    <p:sldId id="385" r:id="rId110"/>
    <p:sldId id="386" r:id="rId111"/>
    <p:sldId id="387" r:id="rId112"/>
    <p:sldId id="388" r:id="rId113"/>
    <p:sldId id="389" r:id="rId114"/>
    <p:sldId id="390" r:id="rId115"/>
    <p:sldId id="391" r:id="rId116"/>
    <p:sldId id="392" r:id="rId117"/>
    <p:sldId id="393" r:id="rId118"/>
    <p:sldId id="394" r:id="rId119"/>
    <p:sldId id="395" r:id="rId120"/>
    <p:sldId id="396" r:id="rId121"/>
    <p:sldId id="397" r:id="rId122"/>
    <p:sldId id="398" r:id="rId123"/>
    <p:sldId id="399" r:id="rId124"/>
    <p:sldId id="400" r:id="rId125"/>
    <p:sldId id="401" r:id="rId12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3" d="100"/>
          <a:sy n="73" d="100"/>
        </p:scale>
        <p:origin x="-1296" y="-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7/10/2025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27101187" r:id="rId1"/>
    <p:sldLayoutId id="2427101188" r:id="rId2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indent="-324900" algn="ctr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34475" cy="5143500"/>
          <a:chOff x="0" y="0"/>
          <a:chExt cx="9134475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3447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4650236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518731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664048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2613979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7675045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3395363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8123599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4388030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42133134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8880695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4304219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8886055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2411847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4621388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8928820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34475" cy="5143500"/>
          <a:chOff x="0" y="0"/>
          <a:chExt cx="9134475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3447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0160596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34475" cy="5143500"/>
          <a:chOff x="0" y="0"/>
          <a:chExt cx="9134475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3447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05186283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34475" cy="5143500"/>
          <a:chOff x="0" y="0"/>
          <a:chExt cx="9134475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3447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7632224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34475" cy="5143500"/>
          <a:chOff x="0" y="0"/>
          <a:chExt cx="9134475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3447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411909171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34475" cy="5143500"/>
          <a:chOff x="0" y="0"/>
          <a:chExt cx="9134475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3447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25075589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34475" cy="5143500"/>
          <a:chOff x="0" y="0"/>
          <a:chExt cx="9134475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3447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59441508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34475" cy="5143500"/>
          <a:chOff x="0" y="0"/>
          <a:chExt cx="9134475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3447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9870126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34475" cy="5143500"/>
          <a:chOff x="0" y="0"/>
          <a:chExt cx="9134475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3447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35978612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34475" cy="5143500"/>
          <a:chOff x="0" y="0"/>
          <a:chExt cx="9134475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3447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85765192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34475" cy="5143500"/>
          <a:chOff x="0" y="0"/>
          <a:chExt cx="9134475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34475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7015889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Slide Image" descr="An image added to the slid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6" y="0"/>
            <a:ext cx="686752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28">
  <a:themeElements>
    <a:clrScheme name="Theme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0</Words>
  <Application>Microsoft Office PowerPoint</Application>
  <PresentationFormat>On-screen Show (4:3)</PresentationFormat>
  <Paragraphs>0</Paragraphs>
  <Slides>125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125</vt:i4>
      </vt:variant>
    </vt:vector>
  </HeadingPairs>
  <TitlesOfParts>
    <vt:vector size="126" baseType="lpstr">
      <vt:lpstr>Theme28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creator>Unknown Creator</dc:creator>
  <cp:lastModifiedBy>NRCM</cp:lastModifiedBy>
  <cp:revision>10</cp:revision>
  <dcterms:created xsi:type="dcterms:W3CDTF">2025-01-28T17:21:53Z</dcterms:created>
  <dcterms:modified xsi:type="dcterms:W3CDTF">2025-07-10T07:01:26Z</dcterms:modified>
</cp:coreProperties>
</file>